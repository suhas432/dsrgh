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5C2F-A785-417B-9A8E-50AA406BA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15F6B-850F-43A1-BE3D-680C342EB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809FB-E83D-4276-9E6A-1AE16A60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2B127-E046-4598-BABE-5841C6D5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4A7FF-AA5D-4C3B-92C5-B568F0E3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03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5200-A111-4B7D-8E7C-9115D5461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C8E0-6ACA-4204-B5DE-E51B837E0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A4067-8FE2-49CE-8C0A-E7D4DC9DC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E7CF9-7DF0-46B7-9E57-8C5D7B30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7BB1A-118A-4D00-A319-ECC1A327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33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D247-03D5-406C-A493-3D26769F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5FF6D-4EFF-496B-8B25-DBB6F8E7B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46661-FC41-4EC3-ACB3-C94607CF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B8833-15F4-4976-80F8-FBABE85E3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ACE0-4F33-40AD-8772-0730F0CC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548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A644-1CE5-48E0-9409-87A82023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21243-8D3D-4B97-9629-29E619E534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7F95A-98D0-45E3-8A89-DF3F8CD77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2F315-A5BA-4142-8B82-7216CB07D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94D4C-E496-42FD-8D59-0EC5AFE6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7B9B6-15C1-4143-A453-0A8C6CAE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38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BC53-D896-47D4-BD4B-0F70614A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AC620-4847-489A-960B-DBE4F8D1A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90595-B36B-4B48-BD0C-9DDB9577D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8F11D-155E-44AE-9B1D-86CB63E76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89648-02BC-4237-ADAA-D1104AA76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5ED473-4EE9-42FC-A130-4C6E583C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9CB778-7D2D-4F13-AC78-3F347ECB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34CB8-EBA8-4BA3-9353-B6B86033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34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110F-5910-439C-8C4B-041A037F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61AB2-BF8E-428F-94ED-8E3A4DFC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44792-BDF1-4D12-8EBB-BBB07A24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FFBDB-D341-4A0C-A3C5-A1B203E5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91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5F9D0-4459-4289-A324-51E70B6E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C7A93-550E-47DC-ADE9-3EF02535A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89485-DA53-4C06-B333-3A2A1BDA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73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413F-B277-41FE-A2CB-478DCDB55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6245D-AF28-435A-88E7-67299CBFE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5026E-76C4-4D1E-8658-5C32C834C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7C114-BC82-4A5D-B0CF-E559D228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7BEFA-5AF8-48CE-86F1-DFEF548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33D2F-E9BD-4342-A813-CD853D54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33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A116-3753-416B-A2FF-C6642D1E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41891F-C3D7-462C-880A-EB405A86A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EC179-E30E-44D3-B4D6-9F60B0707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1EA42-BBA5-41E3-8FFC-371418768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13B2D-CE44-4A6E-B116-1E6E7FF0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886F4-89B5-41DB-9260-93D54D4A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7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FEDC-B455-49D6-BF29-45EA77585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E0BCB-BEE2-4168-A66D-DEB61CD32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5E3EC-852E-482C-942E-5167D070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4933A-CE89-4B7D-8968-6F1DCDF02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51E66-922D-4A92-92DD-48D3B9E0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24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4C7737-5792-4BB1-AE67-5CAB028E2C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5F472-1816-45A0-938E-DD35F12FC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F8A5-A338-4173-9E9B-A5F0F3D97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8AB67-B0EA-492C-82EF-CB05AABE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6B812-38C2-4991-A715-5EDD0CE1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9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9FACA-C3D7-4172-A399-BC8DA894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8D008-63BA-428B-9A68-2146DC0BD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0B74E-8205-4441-84EC-4BC49C95E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0AA3C-AE52-4C97-9DCA-8D569A43867A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5B57E-8609-4EB2-B92B-75DF196A6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FD506-3B20-46C4-A6B4-8AD6586D6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97D58-09F1-4026-9658-C87BBE111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48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4ECBE1-FB72-42EE-B9C7-26ED66CA69B4}"/>
              </a:ext>
            </a:extLst>
          </p:cNvPr>
          <p:cNvSpPr/>
          <p:nvPr/>
        </p:nvSpPr>
        <p:spPr>
          <a:xfrm>
            <a:off x="127245" y="201007"/>
            <a:ext cx="122127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Problem Statement</a:t>
            </a:r>
          </a:p>
          <a:p>
            <a:r>
              <a:rPr lang="en-IN" dirty="0"/>
              <a:t>Write c[de t[ p[</a:t>
            </a:r>
            <a:r>
              <a:rPr lang="en-IN" dirty="0" err="1"/>
              <a:t>siti</a:t>
            </a:r>
            <a:r>
              <a:rPr lang="en-IN" dirty="0"/>
              <a:t>[n 3 equal-sized (30 X 30px) b[</a:t>
            </a:r>
            <a:r>
              <a:rPr lang="en-IN" dirty="0" err="1"/>
              <a:t>xes</a:t>
            </a:r>
            <a:r>
              <a:rPr lang="en-IN" dirty="0"/>
              <a:t> A/ B/ C/ D/ and E as f[</a:t>
            </a:r>
            <a:r>
              <a:rPr lang="en-IN" dirty="0" err="1"/>
              <a:t>ll</a:t>
            </a:r>
            <a:r>
              <a:rPr lang="en-IN" dirty="0"/>
              <a:t>[*s.</a:t>
            </a:r>
          </a:p>
          <a:p>
            <a:r>
              <a:rPr lang="en-IN" dirty="0"/>
              <a:t>)( b[x A ,00px </a:t>
            </a:r>
            <a:r>
              <a:rPr lang="en-IN" dirty="0" err="1"/>
              <a:t>fr</a:t>
            </a:r>
            <a:r>
              <a:rPr lang="en-IN" dirty="0"/>
              <a:t>[m the left/ and ,00px </a:t>
            </a:r>
            <a:r>
              <a:rPr lang="en-IN" dirty="0" err="1"/>
              <a:t>fr</a:t>
            </a:r>
            <a:r>
              <a:rPr lang="en-IN" dirty="0"/>
              <a:t>[m the t[p [f the vie*p[rt(</a:t>
            </a:r>
          </a:p>
          <a:p>
            <a:r>
              <a:rPr lang="en-IN" dirty="0"/>
              <a:t>+( b[x B -`0px left/ and -`0px ab[</a:t>
            </a:r>
            <a:r>
              <a:rPr lang="en-IN" dirty="0" err="1"/>
              <a:t>ve</a:t>
            </a:r>
            <a:r>
              <a:rPr lang="en-IN" dirty="0"/>
              <a:t> </a:t>
            </a:r>
            <a:r>
              <a:rPr lang="en-IN" dirty="0" err="1"/>
              <a:t>fr</a:t>
            </a:r>
            <a:r>
              <a:rPr lang="en-IN" dirty="0"/>
              <a:t>[m the </a:t>
            </a:r>
            <a:r>
              <a:rPr lang="en-IN" dirty="0" err="1"/>
              <a:t>center</a:t>
            </a:r>
            <a:r>
              <a:rPr lang="en-IN" dirty="0"/>
              <a:t> [f b[x A(</a:t>
            </a:r>
          </a:p>
          <a:p>
            <a:r>
              <a:rPr lang="en-IN" dirty="0"/>
              <a:t>_( b[x B -`0px right/ and -`0px ab[</a:t>
            </a:r>
            <a:r>
              <a:rPr lang="en-IN" dirty="0" err="1"/>
              <a:t>ve</a:t>
            </a:r>
            <a:r>
              <a:rPr lang="en-IN" dirty="0"/>
              <a:t> </a:t>
            </a:r>
            <a:r>
              <a:rPr lang="en-IN" dirty="0" err="1"/>
              <a:t>fr</a:t>
            </a:r>
            <a:r>
              <a:rPr lang="en-IN" dirty="0"/>
              <a:t>[m the </a:t>
            </a:r>
            <a:r>
              <a:rPr lang="en-IN" dirty="0" err="1"/>
              <a:t>center</a:t>
            </a:r>
            <a:r>
              <a:rPr lang="en-IN" dirty="0"/>
              <a:t> [f b[x A(</a:t>
            </a:r>
          </a:p>
          <a:p>
            <a:r>
              <a:rPr lang="en-IN" dirty="0"/>
              <a:t>Z( b[x B -`0px left/ and -`0px bel[* </a:t>
            </a:r>
            <a:r>
              <a:rPr lang="en-IN" dirty="0" err="1"/>
              <a:t>fr</a:t>
            </a:r>
            <a:r>
              <a:rPr lang="en-IN" dirty="0"/>
              <a:t>[m the </a:t>
            </a:r>
            <a:r>
              <a:rPr lang="en-IN" dirty="0" err="1"/>
              <a:t>center</a:t>
            </a:r>
            <a:r>
              <a:rPr lang="en-IN" dirty="0"/>
              <a:t> [f b[x A(</a:t>
            </a:r>
          </a:p>
          <a:p>
            <a:r>
              <a:rPr lang="en-IN" dirty="0"/>
              <a:t>2( b[x B -`0px right/ and -`0px bel[* </a:t>
            </a:r>
            <a:r>
              <a:rPr lang="en-IN" dirty="0" err="1"/>
              <a:t>fr</a:t>
            </a:r>
            <a:r>
              <a:rPr lang="en-IN" dirty="0"/>
              <a:t>[m the </a:t>
            </a:r>
            <a:r>
              <a:rPr lang="en-IN" dirty="0" err="1"/>
              <a:t>center</a:t>
            </a:r>
            <a:r>
              <a:rPr lang="en-IN" dirty="0"/>
              <a:t> [f b[x A.</a:t>
            </a:r>
          </a:p>
        </p:txBody>
      </p:sp>
    </p:spTree>
    <p:extLst>
      <p:ext uri="{BB962C8B-B14F-4D97-AF65-F5344CB8AC3E}">
        <p14:creationId xmlns:p14="http://schemas.microsoft.com/office/powerpoint/2010/main" val="3730762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82BFDE-A7A3-4C7A-A9FA-78539B1BF02B}"/>
              </a:ext>
            </a:extLst>
          </p:cNvPr>
          <p:cNvSpPr/>
          <p:nvPr/>
        </p:nvSpPr>
        <p:spPr>
          <a:xfrm>
            <a:off x="269290" y="44230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Index.html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89BC69-ED49-4B83-BD63-2782E0848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1632"/>
            <a:ext cx="12192000" cy="362891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74DFD8-818F-4979-9FAA-FD83E4B34EE4}"/>
              </a:ext>
            </a:extLst>
          </p:cNvPr>
          <p:cNvSpPr/>
          <p:nvPr/>
        </p:nvSpPr>
        <p:spPr>
          <a:xfrm>
            <a:off x="134645" y="14933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.task 1</a:t>
            </a:r>
          </a:p>
        </p:txBody>
      </p:sp>
    </p:spTree>
    <p:extLst>
      <p:ext uri="{BB962C8B-B14F-4D97-AF65-F5344CB8AC3E}">
        <p14:creationId xmlns:p14="http://schemas.microsoft.com/office/powerpoint/2010/main" val="1166948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8667C4-B35A-40E1-BD63-629CD128AD87}"/>
              </a:ext>
            </a:extLst>
          </p:cNvPr>
          <p:cNvSpPr/>
          <p:nvPr/>
        </p:nvSpPr>
        <p:spPr>
          <a:xfrm>
            <a:off x="109491" y="25419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Index.css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B6859-EEF9-4440-A57F-27CEA6AD7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7117"/>
            <a:ext cx="12192000" cy="412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80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D024BB-F0D8-4F09-A6AE-67C2A200F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27" y="3440097"/>
            <a:ext cx="6734175" cy="2762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1D5FDF-6B3D-45B4-8AB8-D752DC5A301D}"/>
              </a:ext>
            </a:extLst>
          </p:cNvPr>
          <p:cNvSpPr/>
          <p:nvPr/>
        </p:nvSpPr>
        <p:spPr>
          <a:xfrm>
            <a:off x="473476" y="133030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Explain the difference between Absolute and Relative positioning.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42B223-8C78-416A-81F7-A601D1BC4894}"/>
              </a:ext>
            </a:extLst>
          </p:cNvPr>
          <p:cNvSpPr/>
          <p:nvPr/>
        </p:nvSpPr>
        <p:spPr>
          <a:xfrm>
            <a:off x="536127" y="41390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Task 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0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243558-4C29-4216-9468-049C63FE2A30}"/>
              </a:ext>
            </a:extLst>
          </p:cNvPr>
          <p:cNvSpPr/>
          <p:nvPr/>
        </p:nvSpPr>
        <p:spPr>
          <a:xfrm>
            <a:off x="100614" y="22059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Create a card as shown in the picture below.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DFCC05-984F-4D57-BD6E-44100ADE9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5729"/>
            <a:ext cx="12192000" cy="491983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D00F18-9030-40F3-ABAA-7A0B1F5B13B8}"/>
              </a:ext>
            </a:extLst>
          </p:cNvPr>
          <p:cNvSpPr/>
          <p:nvPr/>
        </p:nvSpPr>
        <p:spPr>
          <a:xfrm>
            <a:off x="100614" y="123583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Index.html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8356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66DBC9-B69F-4447-8FE9-49FC0A606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6063"/>
            <a:ext cx="12192000" cy="21658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28F1AA-262E-48F9-849F-4019AD839057}"/>
              </a:ext>
            </a:extLst>
          </p:cNvPr>
          <p:cNvSpPr/>
          <p:nvPr/>
        </p:nvSpPr>
        <p:spPr>
          <a:xfrm>
            <a:off x="358066" y="87925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Index.css</a:t>
            </a:r>
          </a:p>
        </p:txBody>
      </p:sp>
    </p:spTree>
    <p:extLst>
      <p:ext uri="{BB962C8B-B14F-4D97-AF65-F5344CB8AC3E}">
        <p14:creationId xmlns:p14="http://schemas.microsoft.com/office/powerpoint/2010/main" val="196253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A2CF56-EFC5-4B2B-9003-02524F714E3A}"/>
              </a:ext>
            </a:extLst>
          </p:cNvPr>
          <p:cNvSpPr/>
          <p:nvPr/>
        </p:nvSpPr>
        <p:spPr>
          <a:xfrm>
            <a:off x="127247" y="7854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Task 4)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77FD7C-3E2B-4488-87A4-3671C92945E6}"/>
              </a:ext>
            </a:extLst>
          </p:cNvPr>
          <p:cNvSpPr/>
          <p:nvPr/>
        </p:nvSpPr>
        <p:spPr>
          <a:xfrm>
            <a:off x="127247" y="66447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Create a simple header that sticks to the top of a webpage upon scrolling.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BE7301-364A-4D4D-840C-B34410613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7970"/>
            <a:ext cx="12192000" cy="456841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34DA44-7E38-45B8-9E6A-C766092B8274}"/>
              </a:ext>
            </a:extLst>
          </p:cNvPr>
          <p:cNvSpPr/>
          <p:nvPr/>
        </p:nvSpPr>
        <p:spPr>
          <a:xfrm>
            <a:off x="0" y="154472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Index.css</a:t>
            </a:r>
          </a:p>
        </p:txBody>
      </p:sp>
    </p:spTree>
    <p:extLst>
      <p:ext uri="{BB962C8B-B14F-4D97-AF65-F5344CB8AC3E}">
        <p14:creationId xmlns:p14="http://schemas.microsoft.com/office/powerpoint/2010/main" val="1162891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114BCD-033F-4811-900D-63D757DAD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4176"/>
            <a:ext cx="12192000" cy="46186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66CD93-6A3E-4182-8532-3C4DCE9863FF}"/>
              </a:ext>
            </a:extLst>
          </p:cNvPr>
          <p:cNvSpPr/>
          <p:nvPr/>
        </p:nvSpPr>
        <p:spPr>
          <a:xfrm>
            <a:off x="118369" y="9250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Index.html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467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219B96-5D36-468C-988D-AF1F54788B35}"/>
              </a:ext>
            </a:extLst>
          </p:cNvPr>
          <p:cNvSpPr/>
          <p:nvPr/>
        </p:nvSpPr>
        <p:spPr>
          <a:xfrm>
            <a:off x="139336" y="172660"/>
            <a:ext cx="4047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Explain the z-index, with a code example.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7F9FF-C3BB-4AF4-B253-1E234C7A7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2604"/>
            <a:ext cx="12192000" cy="4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18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250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2023-11-01T10:17:04Z</dcterms:created>
  <dcterms:modified xsi:type="dcterms:W3CDTF">2023-11-01T10:23:17Z</dcterms:modified>
</cp:coreProperties>
</file>